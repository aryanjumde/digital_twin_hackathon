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Plus Jakarta Sans"/>
      <p:bold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524000"/>
            <a:ext cx="2072580" cy="4257675"/>
          </a:xfrm>
          <a:prstGeom prst="roundRect">
            <a:avLst>
              <a:gd name="adj" fmla="val 73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580" y="1524000"/>
            <a:ext cx="2072580" cy="4257675"/>
          </a:xfrm>
          <a:prstGeom prst="roundRect">
            <a:avLst>
              <a:gd name="adj" fmla="val 73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59560" y="1524000"/>
            <a:ext cx="2072729" cy="4257675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84690" y="1524000"/>
            <a:ext cx="2072580" cy="4257675"/>
          </a:xfrm>
          <a:prstGeom prst="roundRect">
            <a:avLst>
              <a:gd name="adj" fmla="val 73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09670" y="1524000"/>
            <a:ext cx="2072729" cy="4257675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1524000"/>
            <a:ext cx="207258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580" y="1524000"/>
            <a:ext cx="207258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59560" y="1524000"/>
            <a:ext cx="207272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84690" y="1524000"/>
            <a:ext cx="207258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09670" y="1524000"/>
            <a:ext cx="207272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6172200"/>
            <a:ext cx="6643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Goal: Predict 40 mg/dL glucose spikes 2 hours in advance to prevent metabolic clinical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172200"/>
            <a:ext cx="2476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Team Leader: Aryan Vinod Jumde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052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SYSTEM ARCHITECTURE &amp; PIPELINE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11051381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 i="0" u="none">
                <a:solidFill>
                  <a:srgbClr val="FFFFFF"/>
                </a:solidFill>
                <a:latin typeface="Plus Jakarta Sans"/>
              </a:rPr>
              <a:t>Gluco Twin 5-Layer End-to-End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1790700"/>
            <a:ext cx="2114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Plus Jakarta Sans"/>
              </a:rPr>
              <a:t>LAYER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009775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Data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2343150"/>
            <a:ext cx="178683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EHR, 15-minute wearables, CGM streams, and nutrition records.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5080" y="1790700"/>
            <a:ext cx="2114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LAYER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5080" y="2009775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Feature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5080" y="2343150"/>
            <a:ext cx="178683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Rolling statistics, trend vectors, meal lags, and metabolic interactions.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0060" y="1790700"/>
            <a:ext cx="211466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B5CF6"/>
                </a:solidFill>
                <a:latin typeface="Plus Jakarta Sans"/>
              </a:rPr>
              <a:t>LAYER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0060" y="2009775"/>
            <a:ext cx="22203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Digital Twin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0060" y="2343150"/>
            <a:ext cx="178697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State history, recalibration engine, sleep/stress context, and state cloning.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5190" y="1790700"/>
            <a:ext cx="2114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C4899"/>
                </a:solidFill>
                <a:latin typeface="Plus Jakarta Sans"/>
              </a:rPr>
              <a:t>LAYER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5190" y="2009775"/>
            <a:ext cx="22201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ML + XAI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5190" y="2343150"/>
            <a:ext cx="178683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XGBoost spike risk probability and SHAP TreeExplainer attribution.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0170" y="1790700"/>
            <a:ext cx="211466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0B981"/>
                </a:solidFill>
                <a:latin typeface="Plus Jakarta Sans"/>
              </a:rPr>
              <a:t>LAYER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0170" y="2009775"/>
            <a:ext cx="22203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Clinician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0170" y="2343150"/>
            <a:ext cx="1786979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FastAPI backend, React dashboard, signal charts, and what-if simulation sliders.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Plus Jakarta Sans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</dc:creator>
  <cp:keywords/>
  <dc:description>generated using python-pptx</dc:description>
  <cp:lastModifiedBy>Aryan Jumde</cp:lastModifiedBy>
  <cp:revision>2</cp:revision>
  <dcterms:created xsi:type="dcterms:W3CDTF">2013-01-27T09:14:16Z</dcterms:created>
  <dcterms:modified xsi:type="dcterms:W3CDTF">2026-10-03T10:55:28Z</dcterms:modified>
  <cp:category/>
</cp:coreProperties>
</file>